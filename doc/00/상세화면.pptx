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  <p:sldId id="272" r:id="rId4"/>
    <p:sldId id="273" r:id="rId5"/>
    <p:sldId id="276" r:id="rId6"/>
    <p:sldId id="278" r:id="rId7"/>
    <p:sldId id="280" r:id="rId8"/>
    <p:sldId id="279" r:id="rId9"/>
    <p:sldId id="281" r:id="rId10"/>
    <p:sldId id="282" r:id="rId1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92" d="100"/>
          <a:sy n="92" d="100"/>
        </p:scale>
        <p:origin x="-630" y="-102"/>
      </p:cViewPr>
      <p:guideLst>
        <p:guide orient="horz" pos="39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733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95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8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7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5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9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3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88A6C-3786-4323-9D2A-1673170D2C5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3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772816"/>
            <a:ext cx="3924436" cy="432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회원관리 화면 구조도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611560" y="620688"/>
            <a:ext cx="3924436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535996" y="620688"/>
            <a:ext cx="3924436" cy="547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899592" y="101208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99592" y="345151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조회 리스트 영역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076056" y="327667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상세화면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00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98594" y="83671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430742" y="836712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98594" y="13407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30742" y="1340768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98594" y="184482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전화번호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30742" y="1844824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98594" y="234888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30742" y="2348880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098594" y="2852936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430742" y="2852936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98594" y="335699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430742" y="3356992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987026" y="83671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19174" y="836712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987026" y="13407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319174" y="1340768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987026" y="184482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지역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319174" y="1844824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934798" y="2348880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934798" y="2852936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934798" y="3356992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003546" y="238094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주</a:t>
            </a:r>
            <a:r>
              <a:rPr lang="ko-KR" altLang="en-US" sz="1200" dirty="0">
                <a:solidFill>
                  <a:schemeClr val="tx1"/>
                </a:solidFill>
              </a:rPr>
              <a:t>소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335694" y="2374280"/>
            <a:ext cx="1656184" cy="334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03546" y="306329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계좌번호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335694" y="2852936"/>
            <a:ext cx="50405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917910" y="2852936"/>
            <a:ext cx="107396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335694" y="3356992"/>
            <a:ext cx="167468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098594" y="4595440"/>
            <a:ext cx="2988332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098594" y="422108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회원 비고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051618" y="4595440"/>
            <a:ext cx="2988332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51618" y="422108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Class </a:t>
            </a:r>
            <a:r>
              <a:rPr lang="ko-KR" altLang="en-US" sz="1200" dirty="0" smtClean="0">
                <a:solidFill>
                  <a:schemeClr val="tx1"/>
                </a:solidFill>
              </a:rPr>
              <a:t>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1560" y="620688"/>
            <a:ext cx="7848872" cy="6120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회원관리 상세화면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5939650" y="116632"/>
            <a:ext cx="900100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</a:t>
            </a:r>
            <a:r>
              <a:rPr lang="ko-KR" altLang="en-US" dirty="0"/>
              <a:t>정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917910" y="116632"/>
            <a:ext cx="900100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</a:t>
            </a:r>
            <a:endParaRPr lang="ko-KR" altLang="en-US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4355976" y="116632"/>
            <a:ext cx="1404156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등록화면</a:t>
            </a:r>
            <a:endParaRPr lang="ko-KR" altLang="en-US" dirty="0"/>
          </a:p>
        </p:txBody>
      </p:sp>
      <p:sp>
        <p:nvSpPr>
          <p:cNvPr id="47" name="직사각형 46"/>
          <p:cNvSpPr/>
          <p:nvPr/>
        </p:nvSpPr>
        <p:spPr>
          <a:xfrm>
            <a:off x="1098594" y="383158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가입일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425700" y="3831580"/>
            <a:ext cx="166122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55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772816"/>
            <a:ext cx="3924436" cy="432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수업관리 화면 구조도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611560" y="620688"/>
            <a:ext cx="3924436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535996" y="620688"/>
            <a:ext cx="3924436" cy="547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899592" y="101208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99592" y="345151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조회 리스트 영역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076056" y="327667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상세화면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201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98594" y="83671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430742" y="836712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98594" y="13407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30742" y="1340768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98594" y="184482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수업등급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30742" y="1844824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98594" y="234888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지역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987026" y="83671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수업요일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19174" y="836712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987026" y="13407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시작시간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319174" y="1340768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987026" y="184482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종료시간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319174" y="1844824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003546" y="238094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회차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최소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335694" y="2374280"/>
            <a:ext cx="684578" cy="334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051618" y="3587328"/>
            <a:ext cx="2988332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51618" y="3212976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Class </a:t>
            </a:r>
            <a:r>
              <a:rPr lang="ko-KR" altLang="en-US" sz="1200" dirty="0" smtClean="0">
                <a:solidFill>
                  <a:schemeClr val="tx1"/>
                </a:solidFill>
              </a:rPr>
              <a:t>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1560" y="620688"/>
            <a:ext cx="7848872" cy="6120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수업관리 상세화면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5939650" y="116632"/>
            <a:ext cx="900100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</a:t>
            </a:r>
            <a:r>
              <a:rPr lang="ko-KR" altLang="en-US" dirty="0"/>
              <a:t>정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917910" y="116632"/>
            <a:ext cx="900100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</a:t>
            </a:r>
            <a:endParaRPr lang="ko-KR" altLang="en-US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4355976" y="116632"/>
            <a:ext cx="1404156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등록화면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2430742" y="2348880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290780" y="2374280"/>
            <a:ext cx="684578" cy="334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98594" y="2888940"/>
            <a:ext cx="1332148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보장형식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상세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430742" y="2888940"/>
            <a:ext cx="70109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314700" y="2888940"/>
            <a:ext cx="77222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54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196752"/>
            <a:ext cx="1962218" cy="61926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수업상세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611560" y="620688"/>
            <a:ext cx="78488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2573778" y="1196752"/>
            <a:ext cx="5886654" cy="61926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3023828" y="72405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수업 상세 조회 항목 영역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0501" y="3256948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수업상세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조회 리스트 영역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573778" y="2924944"/>
            <a:ext cx="5886654" cy="44644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80052"/>
              </p:ext>
            </p:extLst>
          </p:nvPr>
        </p:nvGraphicFramePr>
        <p:xfrm>
          <a:off x="2735796" y="1700808"/>
          <a:ext cx="5400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7202813" y="3072282"/>
            <a:ext cx="86409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회원추가</a:t>
            </a:r>
            <a:endParaRPr lang="ko-KR" altLang="en-US" sz="12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6804248" y="1268760"/>
            <a:ext cx="1362472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 smtClean="0"/>
              <a:t>다음회차</a:t>
            </a:r>
            <a:r>
              <a:rPr lang="ko-KR" altLang="en-US" sz="1200" dirty="0" smtClean="0"/>
              <a:t> 생성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2573778" y="3623568"/>
            <a:ext cx="5886654" cy="3765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573778" y="3623568"/>
            <a:ext cx="2142238" cy="3765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23828" y="3072282"/>
            <a:ext cx="241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회원 조회 항목 영역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045094" y="381950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구분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377242" y="3819500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045094" y="4323556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377242" y="4323556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45094" y="482761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전화번호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77242" y="4827612"/>
            <a:ext cx="165618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45094" y="53316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77242" y="5331668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45094" y="583572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377242" y="5835724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045094" y="6339780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명의</a:t>
            </a:r>
            <a:r>
              <a:rPr lang="en-US" altLang="ko-KR" sz="1200" dirty="0" smtClean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377242" y="6339780"/>
            <a:ext cx="36004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881298" y="5331668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881298" y="5835724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881298" y="6339780"/>
            <a:ext cx="115212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045094" y="6814368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가입일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372200" y="6814368"/>
            <a:ext cx="166122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61090" y="371271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회원 리스트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15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9592" y="909587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입찰일자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1600" y="1268760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829678" y="1195445"/>
            <a:ext cx="2988332" cy="124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836868" y="811354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물건비고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1560" y="620688"/>
            <a:ext cx="7848872" cy="6120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11560" y="518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입찰정보상세 및 수정</a:t>
            </a:r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</a:rPr>
              <a:t>(ID: ASDFAWEFWA)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885545" y="116632"/>
            <a:ext cx="60949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</a:t>
            </a:r>
            <a:r>
              <a:rPr lang="ko-KR" altLang="en-US" sz="1200" dirty="0"/>
              <a:t>정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708208" y="116632"/>
            <a:ext cx="608208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삭제</a:t>
            </a:r>
            <a:endParaRPr lang="ko-KR" altLang="en-US" sz="1200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5786438" y="116632"/>
            <a:ext cx="947793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등록화면</a:t>
            </a:r>
            <a:endParaRPr lang="ko-KR" altLang="en-US" sz="1200" dirty="0"/>
          </a:p>
        </p:txBody>
      </p:sp>
      <p:sp>
        <p:nvSpPr>
          <p:cNvPr id="24" name="모서리가 둥근 사각형 설명선 23"/>
          <p:cNvSpPr/>
          <p:nvPr/>
        </p:nvSpPr>
        <p:spPr>
          <a:xfrm>
            <a:off x="-3960440" y="2736463"/>
            <a:ext cx="3960440" cy="1781544"/>
          </a:xfrm>
          <a:prstGeom prst="wedgeRoundRectCallout">
            <a:avLst>
              <a:gd name="adj1" fmla="val 73190"/>
              <a:gd name="adj2" fmla="val 506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chemeClr val="tx1"/>
                </a:solidFill>
              </a:rPr>
              <a:t>-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회원명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선택시</a:t>
            </a:r>
            <a:r>
              <a:rPr lang="ko-KR" altLang="en-US" sz="1600" dirty="0" smtClean="0">
                <a:solidFill>
                  <a:schemeClr val="tx1"/>
                </a:solidFill>
              </a:rPr>
              <a:t> 회원 관리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db</a:t>
            </a:r>
            <a:r>
              <a:rPr lang="ko-KR" altLang="en-US" sz="1600" dirty="0" smtClean="0">
                <a:solidFill>
                  <a:schemeClr val="tx1"/>
                </a:solidFill>
              </a:rPr>
              <a:t>에 명의</a:t>
            </a:r>
            <a:r>
              <a:rPr lang="en-US" altLang="ko-KR" sz="1600" dirty="0" smtClean="0">
                <a:solidFill>
                  <a:schemeClr val="tx1"/>
                </a:solidFill>
              </a:rPr>
              <a:t>1,2,3 </a:t>
            </a:r>
            <a:r>
              <a:rPr lang="ko-KR" altLang="en-US" sz="1600" dirty="0" smtClean="0">
                <a:solidFill>
                  <a:schemeClr val="tx1"/>
                </a:solidFill>
              </a:rPr>
              <a:t>의 값이 있으면 이름 밑에 같이 보여준다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  <a:r>
              <a:rPr lang="ko-KR" altLang="en-US" sz="1600" dirty="0" smtClean="0">
                <a:solidFill>
                  <a:schemeClr val="tx1"/>
                </a:solidFill>
              </a:rPr>
              <a:t> 마우스 위아래 키로 선택하고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엔터치면</a:t>
            </a:r>
            <a:r>
              <a:rPr lang="ko-KR" altLang="en-US" sz="1600" dirty="0" smtClean="0">
                <a:solidFill>
                  <a:schemeClr val="tx1"/>
                </a:solidFill>
              </a:rPr>
              <a:t> 선택된다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899592" y="172323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사건번호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971600" y="2082405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99592" y="2556443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법원명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71600" y="2915616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DB </a:t>
            </a:r>
            <a:r>
              <a:rPr lang="ko-KR" altLang="en-US" sz="1200" dirty="0" smtClean="0">
                <a:solidFill>
                  <a:schemeClr val="tx1"/>
                </a:solidFill>
              </a:rPr>
              <a:t>값만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</a:rPr>
              <a:t>자동완성 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매칭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99592" y="3326577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물건상태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971600" y="3685750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드랍다운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899592" y="4105807"/>
            <a:ext cx="3043318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회원명</a:t>
            </a:r>
            <a:r>
              <a:rPr lang="ko-KR" altLang="en-US" sz="1200" dirty="0" smtClean="0">
                <a:solidFill>
                  <a:schemeClr val="tx1"/>
                </a:solidFill>
              </a:rPr>
              <a:t>  </a:t>
            </a:r>
            <a:r>
              <a:rPr lang="en-US" altLang="ko-KR" sz="1050" dirty="0" smtClean="0">
                <a:solidFill>
                  <a:schemeClr val="tx1"/>
                </a:solidFill>
              </a:rPr>
              <a:t>(</a:t>
            </a:r>
            <a:r>
              <a:rPr lang="ko-KR" altLang="en-US" sz="1050" dirty="0" smtClean="0">
                <a:solidFill>
                  <a:schemeClr val="tx1"/>
                </a:solidFill>
              </a:rPr>
              <a:t>회원 </a:t>
            </a:r>
            <a:r>
              <a:rPr lang="en-US" altLang="ko-KR" sz="1050" dirty="0" smtClean="0">
                <a:solidFill>
                  <a:schemeClr val="tx1"/>
                </a:solidFill>
              </a:rPr>
              <a:t>id) (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수업명</a:t>
            </a:r>
            <a:r>
              <a:rPr lang="ko-KR" altLang="en-US" sz="1050" dirty="0" smtClean="0">
                <a:solidFill>
                  <a:schemeClr val="tx1"/>
                </a:solidFill>
              </a:rPr>
              <a:t> 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회차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971600" y="4464980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이정우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</a:rPr>
              <a:t>개인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: </a:t>
            </a:r>
            <a:r>
              <a:rPr lang="ko-KR" altLang="en-US" sz="1200" dirty="0" smtClean="0">
                <a:solidFill>
                  <a:schemeClr val="tx1"/>
                </a:solidFill>
              </a:rPr>
              <a:t>홍길동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899592" y="4954893"/>
            <a:ext cx="27363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입찰가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</a:rPr>
              <a:t>신규 </a:t>
            </a:r>
            <a:r>
              <a:rPr lang="en-US" altLang="ko-KR" sz="1200" dirty="0" smtClean="0">
                <a:solidFill>
                  <a:schemeClr val="tx1"/>
                </a:solidFill>
              </a:rPr>
              <a:t>/ </a:t>
            </a:r>
            <a:r>
              <a:rPr lang="ko-KR" altLang="en-US" sz="1200" dirty="0" smtClean="0">
                <a:solidFill>
                  <a:schemeClr val="tx1"/>
                </a:solidFill>
              </a:rPr>
              <a:t>전달완료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971600" y="5314066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899592" y="5734123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입찰담당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971600" y="6093296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드랍다운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8" y="4954893"/>
            <a:ext cx="113347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모서리가 둥근 직사각형 67"/>
          <p:cNvSpPr/>
          <p:nvPr/>
        </p:nvSpPr>
        <p:spPr>
          <a:xfrm>
            <a:off x="3275856" y="4171950"/>
            <a:ext cx="667054" cy="2431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/>
              <a:t>회원관리</a:t>
            </a:r>
            <a:endParaRPr lang="ko-KR" altLang="en-US" sz="900" dirty="0"/>
          </a:p>
        </p:txBody>
      </p:sp>
      <p:sp>
        <p:nvSpPr>
          <p:cNvPr id="69" name="모서리가 둥근 사각형 설명선 68"/>
          <p:cNvSpPr/>
          <p:nvPr/>
        </p:nvSpPr>
        <p:spPr>
          <a:xfrm>
            <a:off x="5193832" y="3160097"/>
            <a:ext cx="1935227" cy="692999"/>
          </a:xfrm>
          <a:prstGeom prst="wedgeRoundRectCallout">
            <a:avLst>
              <a:gd name="adj1" fmla="val -115074"/>
              <a:gd name="adj2" fmla="val 12205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 smtClean="0">
                <a:solidFill>
                  <a:schemeClr val="tx1"/>
                </a:solidFill>
              </a:rPr>
              <a:t>회원명</a:t>
            </a:r>
            <a:r>
              <a:rPr lang="ko-KR" altLang="en-US" sz="1200" dirty="0" smtClean="0">
                <a:solidFill>
                  <a:schemeClr val="tx1"/>
                </a:solidFill>
              </a:rPr>
              <a:t> 물고 회원관리 메뉴 이동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788024" y="4870027"/>
            <a:ext cx="115162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텔레그램정보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554258" y="5229200"/>
            <a:ext cx="107961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토큰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788024" y="4090797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이미지 </a:t>
            </a:r>
            <a:r>
              <a:rPr lang="en-US" altLang="ko-KR" sz="1200" dirty="0" smtClean="0">
                <a:solidFill>
                  <a:schemeClr val="tx1"/>
                </a:solidFill>
              </a:rPr>
              <a:t>ID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860032" y="4449970"/>
            <a:ext cx="297131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수정불가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778394" y="5229200"/>
            <a:ext cx="107961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ID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900034" y="5229200"/>
            <a:ext cx="539809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Y/N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모서리가 둥근 사각형 설명선 75"/>
          <p:cNvSpPr/>
          <p:nvPr/>
        </p:nvSpPr>
        <p:spPr>
          <a:xfrm>
            <a:off x="8497312" y="4870026"/>
            <a:ext cx="3635528" cy="1987973"/>
          </a:xfrm>
          <a:prstGeom prst="wedgeRoundRectCallout">
            <a:avLst>
              <a:gd name="adj1" fmla="val -61918"/>
              <a:gd name="adj2" fmla="val -2358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회원관리 데이터 연동</a:t>
            </a:r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수정불가 읽기모드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br>
              <a:rPr lang="en-US" altLang="ko-KR" sz="1600" dirty="0" smtClean="0">
                <a:solidFill>
                  <a:schemeClr val="tx1"/>
                </a:solidFill>
              </a:rPr>
            </a:br>
            <a:r>
              <a:rPr lang="ko-KR" altLang="en-US" sz="1600" dirty="0" smtClean="0">
                <a:solidFill>
                  <a:schemeClr val="tx1"/>
                </a:solidFill>
              </a:rPr>
              <a:t>텔레그램 사용 구분 </a:t>
            </a:r>
            <a:r>
              <a:rPr lang="en-US" altLang="ko-KR" sz="1600" dirty="0" smtClean="0">
                <a:solidFill>
                  <a:schemeClr val="tx1"/>
                </a:solidFill>
              </a:rPr>
              <a:t>Y/N </a:t>
            </a:r>
            <a:r>
              <a:rPr lang="ko-KR" altLang="en-US" sz="1600" dirty="0" smtClean="0">
                <a:solidFill>
                  <a:schemeClr val="tx1"/>
                </a:solidFill>
              </a:rPr>
              <a:t>드랍다운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member_token(</a:t>
            </a:r>
            <a:r>
              <a:rPr lang="ko-KR" altLang="en-US" sz="1600" dirty="0">
                <a:solidFill>
                  <a:schemeClr val="tx1"/>
                </a:solidFill>
              </a:rPr>
              <a:t>토큰</a:t>
            </a:r>
            <a:r>
              <a:rPr lang="en-US" altLang="ko-KR" sz="1600" dirty="0">
                <a:solidFill>
                  <a:schemeClr val="tx1"/>
                </a:solidFill>
              </a:rPr>
              <a:t>) telegram_chat_id(id) telegram_username(y/n)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832037" y="5734123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등록자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904046" y="6093296"/>
            <a:ext cx="132413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수정불가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403336" y="5734123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등록일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470345" y="6093296"/>
            <a:ext cx="1408381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수정불가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954" y="53791"/>
            <a:ext cx="24288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" name="모서리가 둥근 사각형 설명선 81"/>
          <p:cNvSpPr/>
          <p:nvPr/>
        </p:nvSpPr>
        <p:spPr>
          <a:xfrm>
            <a:off x="-3420888" y="-516423"/>
            <a:ext cx="3096344" cy="801789"/>
          </a:xfrm>
          <a:prstGeom prst="wedgeRoundRectCallout">
            <a:avLst>
              <a:gd name="adj1" fmla="val 80742"/>
              <a:gd name="adj2" fmla="val 5186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입찰정보상세 및 수정 아래로 </a:t>
            </a:r>
            <a:r>
              <a:rPr lang="en-US" altLang="ko-KR" sz="1600" dirty="0" smtClean="0">
                <a:solidFill>
                  <a:schemeClr val="tx1"/>
                </a:solidFill>
              </a:rPr>
              <a:t>ID </a:t>
            </a:r>
            <a:r>
              <a:rPr lang="ko-KR" altLang="en-US" sz="1600" dirty="0" smtClean="0">
                <a:solidFill>
                  <a:schemeClr val="tx1"/>
                </a:solidFill>
              </a:rPr>
              <a:t>정보 이동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3" name="모서리가 둥근 사각형 설명선 82"/>
          <p:cNvSpPr/>
          <p:nvPr/>
        </p:nvSpPr>
        <p:spPr>
          <a:xfrm>
            <a:off x="3891671" y="-1107504"/>
            <a:ext cx="3096344" cy="801789"/>
          </a:xfrm>
          <a:prstGeom prst="wedgeRoundRectCallout">
            <a:avLst>
              <a:gd name="adj1" fmla="val -31291"/>
              <a:gd name="adj2" fmla="val 8807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텔레그램 전송 버튼 입찰물건 관리와 동일하게 수정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4" name="모서리가 둥근 사각형 설명선 83"/>
          <p:cNvSpPr/>
          <p:nvPr/>
        </p:nvSpPr>
        <p:spPr>
          <a:xfrm>
            <a:off x="7787509" y="-1318212"/>
            <a:ext cx="2761155" cy="801789"/>
          </a:xfrm>
          <a:prstGeom prst="wedgeRoundRectCallout">
            <a:avLst>
              <a:gd name="adj1" fmla="val -57542"/>
              <a:gd name="adj2" fmla="val 9893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수정 버튼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겹침현상</a:t>
            </a:r>
            <a:r>
              <a:rPr lang="ko-KR" altLang="en-US" sz="1600" dirty="0" smtClean="0">
                <a:solidFill>
                  <a:schemeClr val="tx1"/>
                </a:solidFill>
              </a:rPr>
              <a:t> 수정해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5" name="모서리가 둥근 사각형 설명선 84"/>
          <p:cNvSpPr/>
          <p:nvPr/>
        </p:nvSpPr>
        <p:spPr>
          <a:xfrm>
            <a:off x="-3204864" y="4870027"/>
            <a:ext cx="1935227" cy="1083920"/>
          </a:xfrm>
          <a:prstGeom prst="wedgeRoundRectCallout">
            <a:avLst>
              <a:gd name="adj1" fmla="val 12489"/>
              <a:gd name="adj2" fmla="val -766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이정우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(MJ)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한한하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개인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이이이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법인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법법버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566115" y="-115529"/>
            <a:ext cx="3038333" cy="7008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모서리가 둥근 직사각형 85"/>
          <p:cNvSpPr/>
          <p:nvPr/>
        </p:nvSpPr>
        <p:spPr>
          <a:xfrm>
            <a:off x="4694039" y="4954892"/>
            <a:ext cx="3303295" cy="7797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2773245" y="4903113"/>
            <a:ext cx="1366708" cy="4109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모서리가 둥근 사각형 설명선 87"/>
          <p:cNvSpPr/>
          <p:nvPr/>
        </p:nvSpPr>
        <p:spPr>
          <a:xfrm>
            <a:off x="3339258" y="6865257"/>
            <a:ext cx="2754809" cy="993986"/>
          </a:xfrm>
          <a:prstGeom prst="wedgeRoundRectCallout">
            <a:avLst>
              <a:gd name="adj1" fmla="val -21876"/>
              <a:gd name="adj2" fmla="val -20757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입찰일정에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모달에</a:t>
            </a:r>
            <a:r>
              <a:rPr lang="ko-KR" altLang="en-US" sz="1600" dirty="0" smtClean="0">
                <a:solidFill>
                  <a:schemeClr val="tx1"/>
                </a:solidFill>
              </a:rPr>
              <a:t> 있는 버튼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기능동일하게</a:t>
            </a:r>
            <a:r>
              <a:rPr lang="ko-KR" altLang="en-US" sz="1600" dirty="0" smtClean="0">
                <a:solidFill>
                  <a:schemeClr val="tx1"/>
                </a:solidFill>
              </a:rPr>
              <a:t> 구현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829678" y="2991484"/>
            <a:ext cx="2988332" cy="1054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836868" y="2607392"/>
            <a:ext cx="936104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</a:rPr>
              <a:t>회원비고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75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3938"/>
            <a:ext cx="7783513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3491880" y="4709680"/>
            <a:ext cx="1045821" cy="3581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56" y="3840808"/>
            <a:ext cx="5524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704307"/>
            <a:ext cx="10191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직선 화살표 연결선 11"/>
          <p:cNvCxnSpPr>
            <a:stCxn id="5" idx="1"/>
          </p:cNvCxnSpPr>
          <p:nvPr/>
        </p:nvCxnSpPr>
        <p:spPr>
          <a:xfrm flipH="1">
            <a:off x="3095836" y="4888745"/>
            <a:ext cx="396044" cy="1089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 flipV="1">
            <a:off x="4571206" y="3964633"/>
            <a:ext cx="3097138" cy="8298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7668344" y="3868550"/>
            <a:ext cx="794619" cy="3581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187624" y="3104008"/>
            <a:ext cx="794619" cy="179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1853698" y="2745879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470322" y="3599245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327483" y="4351551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44008" y="4990057"/>
            <a:ext cx="3672408" cy="3581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8118394" y="4693918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71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846138"/>
            <a:ext cx="8059737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41338" y="2060849"/>
            <a:ext cx="7775078" cy="12241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15798" y="5157192"/>
            <a:ext cx="7775078" cy="8610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119754" y="2493852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00038" y="5474923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15798" y="4400152"/>
            <a:ext cx="7775078" cy="681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97007" y="3429000"/>
            <a:ext cx="7775078" cy="827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0622" y="3663502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07504" y="4562065"/>
            <a:ext cx="396044" cy="3581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15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800225"/>
            <a:ext cx="7888287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41338" y="2060849"/>
            <a:ext cx="7775078" cy="791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119754" y="2340689"/>
            <a:ext cx="396044" cy="2314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97007" y="3842567"/>
            <a:ext cx="7775078" cy="12152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70622" y="4077069"/>
            <a:ext cx="396044" cy="5261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71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9672" y="764704"/>
            <a:ext cx="7416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3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2</a:t>
            </a:r>
            <a:r>
              <a:rPr lang="ko-KR" altLang="en-US" dirty="0" smtClean="0"/>
              <a:t>일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1. 2025</a:t>
            </a:r>
            <a:r>
              <a:rPr lang="ko-KR" altLang="en-US" dirty="0" err="1" smtClean="0"/>
              <a:t>타경</a:t>
            </a:r>
            <a:r>
              <a:rPr lang="en-US" altLang="ko-KR" dirty="0" smtClean="0"/>
              <a:t>1234    </a:t>
            </a:r>
            <a:r>
              <a:rPr lang="ko-KR" altLang="en-US" dirty="0" smtClean="0"/>
              <a:t>부산동부    추천   이정우   대표님  입찰요청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2. </a:t>
            </a:r>
            <a:r>
              <a:rPr lang="en-US" altLang="ko-KR" dirty="0"/>
              <a:t>2025</a:t>
            </a:r>
            <a:r>
              <a:rPr lang="ko-KR" altLang="en-US" dirty="0" err="1"/>
              <a:t>타경</a:t>
            </a:r>
            <a:r>
              <a:rPr lang="en-US" altLang="ko-KR" dirty="0"/>
              <a:t>1234    </a:t>
            </a:r>
            <a:r>
              <a:rPr lang="ko-KR" altLang="en-US" dirty="0"/>
              <a:t>부산동부    추천   이정우   </a:t>
            </a:r>
            <a:r>
              <a:rPr lang="ko-KR" altLang="en-US" dirty="0" smtClean="0"/>
              <a:t>대표님  입찰요청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3. </a:t>
            </a:r>
            <a:r>
              <a:rPr lang="en-US" altLang="ko-KR" dirty="0"/>
              <a:t>2025</a:t>
            </a:r>
            <a:r>
              <a:rPr lang="ko-KR" altLang="en-US" dirty="0" err="1"/>
              <a:t>타경</a:t>
            </a:r>
            <a:r>
              <a:rPr lang="en-US" altLang="ko-KR" dirty="0"/>
              <a:t>1234    </a:t>
            </a:r>
            <a:r>
              <a:rPr lang="ko-KR" altLang="en-US" dirty="0"/>
              <a:t>부산동부    추천   이정우   </a:t>
            </a:r>
            <a:r>
              <a:rPr lang="ko-KR" altLang="en-US" dirty="0" smtClean="0"/>
              <a:t>대표님  입찰요청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4. </a:t>
            </a:r>
            <a:r>
              <a:rPr lang="en-US" altLang="ko-KR" dirty="0"/>
              <a:t>2025</a:t>
            </a:r>
            <a:r>
              <a:rPr lang="ko-KR" altLang="en-US" dirty="0" err="1"/>
              <a:t>타경</a:t>
            </a:r>
            <a:r>
              <a:rPr lang="en-US" altLang="ko-KR" dirty="0"/>
              <a:t>1234    </a:t>
            </a:r>
            <a:r>
              <a:rPr lang="ko-KR" altLang="en-US" dirty="0"/>
              <a:t>부산동부    추천   이정우   </a:t>
            </a:r>
            <a:r>
              <a:rPr lang="ko-KR" altLang="en-US" smtClean="0"/>
              <a:t>대표님  입찰요청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0496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3966</TotalTime>
  <Words>285</Words>
  <Application>Microsoft Office PowerPoint</Application>
  <PresentationFormat>화면 슬라이드 쇼(4:3)</PresentationFormat>
  <Paragraphs>110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원데이클래스</dc:title>
  <dc:creator>user</dc:creator>
  <cp:lastModifiedBy>MJ경매-이쁜언니</cp:lastModifiedBy>
  <cp:revision>317</cp:revision>
  <cp:lastPrinted>2025-12-17T03:28:40Z</cp:lastPrinted>
  <dcterms:created xsi:type="dcterms:W3CDTF">2022-04-17T01:34:20Z</dcterms:created>
  <dcterms:modified xsi:type="dcterms:W3CDTF">2026-02-11T09:03:48Z</dcterms:modified>
</cp:coreProperties>
</file>