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797675" cy="9929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02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42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16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328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06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171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84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890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61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38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9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38AA9-E236-49E2-8558-BECE511E873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7A5AD-EC73-4E45-9586-730376058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70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허그포기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아파트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84784"/>
            <a:ext cx="8496944" cy="4813995"/>
          </a:xfrm>
        </p:spPr>
      </p:pic>
    </p:spTree>
    <p:extLst>
      <p:ext uri="{BB962C8B-B14F-4D97-AF65-F5344CB8AC3E}">
        <p14:creationId xmlns:p14="http://schemas.microsoft.com/office/powerpoint/2010/main" val="1502191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허그포기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빌라</a:t>
            </a:r>
            <a:r>
              <a:rPr lang="en-US" altLang="ko-KR" dirty="0" smtClean="0"/>
              <a:t>)</a:t>
            </a:r>
            <a:r>
              <a:rPr lang="ko-KR" altLang="en-US" dirty="0" smtClean="0"/>
              <a:t>수도권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56792"/>
            <a:ext cx="8136904" cy="4886003"/>
          </a:xfrm>
        </p:spPr>
      </p:pic>
    </p:spTree>
    <p:extLst>
      <p:ext uri="{BB962C8B-B14F-4D97-AF65-F5344CB8AC3E}">
        <p14:creationId xmlns:p14="http://schemas.microsoft.com/office/powerpoint/2010/main" val="34244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허그포기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빌라</a:t>
            </a:r>
            <a:r>
              <a:rPr lang="en-US" altLang="ko-KR" dirty="0" smtClean="0"/>
              <a:t>)</a:t>
            </a:r>
            <a:r>
              <a:rPr lang="ko-KR" altLang="en-US" dirty="0" smtClean="0"/>
              <a:t>지방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628800"/>
            <a:ext cx="8136904" cy="4741987"/>
          </a:xfrm>
        </p:spPr>
      </p:pic>
    </p:spTree>
    <p:extLst>
      <p:ext uri="{BB962C8B-B14F-4D97-AF65-F5344CB8AC3E}">
        <p14:creationId xmlns:p14="http://schemas.microsoft.com/office/powerpoint/2010/main" val="2522910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허그포기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오피스텔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56792"/>
            <a:ext cx="8229600" cy="4830316"/>
          </a:xfrm>
        </p:spPr>
      </p:pic>
    </p:spTree>
    <p:extLst>
      <p:ext uri="{BB962C8B-B14F-4D97-AF65-F5344CB8AC3E}">
        <p14:creationId xmlns:p14="http://schemas.microsoft.com/office/powerpoint/2010/main" val="3074231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재매각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주거용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28800"/>
            <a:ext cx="8280920" cy="4958011"/>
          </a:xfrm>
        </p:spPr>
      </p:pic>
    </p:spTree>
    <p:extLst>
      <p:ext uri="{BB962C8B-B14F-4D97-AF65-F5344CB8AC3E}">
        <p14:creationId xmlns:p14="http://schemas.microsoft.com/office/powerpoint/2010/main" val="1541606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22</Words>
  <Application>Microsoft Office PowerPoint</Application>
  <PresentationFormat>화면 슬라이드 쇼(4:3)</PresentationFormat>
  <Paragraphs>5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허그포기 (아파트)</vt:lpstr>
      <vt:lpstr>허그포기 (빌라)수도권</vt:lpstr>
      <vt:lpstr>허그포기 (빌라)지방</vt:lpstr>
      <vt:lpstr>허그포기 (오피스텔)</vt:lpstr>
      <vt:lpstr>재매각 (주거용)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허그포기 (아파트)</dc:title>
  <dc:creator>user</dc:creator>
  <cp:lastModifiedBy>ace</cp:lastModifiedBy>
  <cp:revision>1</cp:revision>
  <cp:lastPrinted>2026-04-20T07:06:49Z</cp:lastPrinted>
  <dcterms:created xsi:type="dcterms:W3CDTF">2026-04-20T06:56:38Z</dcterms:created>
  <dcterms:modified xsi:type="dcterms:W3CDTF">2026-04-20T08:30:19Z</dcterms:modified>
</cp:coreProperties>
</file>