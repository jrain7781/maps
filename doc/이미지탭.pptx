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8" r:id="rId3"/>
    <p:sldId id="259" r:id="rId4"/>
    <p:sldId id="260" r:id="rId5"/>
    <p:sldId id="261" r:id="rId6"/>
    <p:sldId id="262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659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87331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954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001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082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9778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3057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81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7792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5934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982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88A6C-3786-4323-9D2A-1673170D2C55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137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504280"/>
            <a:ext cx="7200800" cy="3351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한쪽 모서리는 잘리고 다른 쪽 모서리는 둥근 사각형 1"/>
          <p:cNvSpPr/>
          <p:nvPr/>
        </p:nvSpPr>
        <p:spPr>
          <a:xfrm>
            <a:off x="4283968" y="3933016"/>
            <a:ext cx="576064" cy="216024"/>
          </a:xfrm>
          <a:prstGeom prst="snipRoundRect">
            <a:avLst>
              <a:gd name="adj1" fmla="val 3439"/>
              <a:gd name="adj2" fmla="val 47532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ysClr val="windowText" lastClr="000000"/>
                </a:solidFill>
              </a:rPr>
              <a:t>상세</a:t>
            </a:r>
          </a:p>
        </p:txBody>
      </p:sp>
      <p:sp>
        <p:nvSpPr>
          <p:cNvPr id="5" name="한쪽 모서리는 잘리고 다른 쪽 모서리는 둥근 사각형 4"/>
          <p:cNvSpPr/>
          <p:nvPr/>
        </p:nvSpPr>
        <p:spPr>
          <a:xfrm>
            <a:off x="4860032" y="3933016"/>
            <a:ext cx="576064" cy="216024"/>
          </a:xfrm>
          <a:prstGeom prst="snipRoundRect">
            <a:avLst>
              <a:gd name="adj1" fmla="val 3439"/>
              <a:gd name="adj2" fmla="val 4753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/>
                </a:solidFill>
              </a:rPr>
              <a:t>조사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4283968" y="4149040"/>
            <a:ext cx="2952328" cy="25922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400" dirty="0">
              <a:solidFill>
                <a:schemeClr val="tx1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6192180" y="4221008"/>
            <a:ext cx="288032" cy="14401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80918" y="4208378"/>
            <a:ext cx="32403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smtClean="0"/>
              <a:t>인쇄</a:t>
            </a:r>
            <a:endParaRPr lang="ko-KR" altLang="en-US" sz="500"/>
          </a:p>
        </p:txBody>
      </p:sp>
      <p:sp>
        <p:nvSpPr>
          <p:cNvPr id="9" name="모서리가 둥근 직사각형 8"/>
          <p:cNvSpPr/>
          <p:nvPr/>
        </p:nvSpPr>
        <p:spPr>
          <a:xfrm>
            <a:off x="6522716" y="4221008"/>
            <a:ext cx="288032" cy="14401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11454" y="4208378"/>
            <a:ext cx="32403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dirty="0" smtClean="0"/>
              <a:t>저장</a:t>
            </a:r>
            <a:endParaRPr lang="ko-KR" altLang="en-US" sz="500" dirty="0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6851514" y="4221008"/>
            <a:ext cx="288032" cy="14401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40252" y="4208378"/>
            <a:ext cx="32403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dirty="0" smtClean="0"/>
              <a:t>복사</a:t>
            </a:r>
            <a:endParaRPr lang="ko-KR" altLang="en-US" sz="500" dirty="0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5112"/>
            <a:ext cx="7200800" cy="3351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한쪽 모서리는 잘리고 다른 쪽 모서리는 둥근 사각형 16"/>
          <p:cNvSpPr/>
          <p:nvPr/>
        </p:nvSpPr>
        <p:spPr>
          <a:xfrm>
            <a:off x="4283968" y="289872"/>
            <a:ext cx="576064" cy="216024"/>
          </a:xfrm>
          <a:prstGeom prst="snipRoundRect">
            <a:avLst>
              <a:gd name="adj1" fmla="val 3439"/>
              <a:gd name="adj2" fmla="val 4753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>
                <a:solidFill>
                  <a:schemeClr val="bg1"/>
                </a:solidFill>
              </a:rPr>
              <a:t>상세</a:t>
            </a:r>
            <a:endParaRPr lang="ko-KR" altLang="en-US" sz="1050" dirty="0">
              <a:solidFill>
                <a:schemeClr val="bg1"/>
              </a:solidFill>
            </a:endParaRPr>
          </a:p>
        </p:txBody>
      </p:sp>
      <p:sp>
        <p:nvSpPr>
          <p:cNvPr id="18" name="한쪽 모서리는 잘리고 다른 쪽 모서리는 둥근 사각형 17"/>
          <p:cNvSpPr/>
          <p:nvPr/>
        </p:nvSpPr>
        <p:spPr>
          <a:xfrm>
            <a:off x="4860032" y="289872"/>
            <a:ext cx="576064" cy="216024"/>
          </a:xfrm>
          <a:prstGeom prst="snipRoundRect">
            <a:avLst>
              <a:gd name="adj1" fmla="val 3439"/>
              <a:gd name="adj2" fmla="val 47532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>
                <a:solidFill>
                  <a:sysClr val="windowText" lastClr="000000"/>
                </a:solidFill>
              </a:rPr>
              <a:t>조사</a:t>
            </a: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4283968" y="505896"/>
            <a:ext cx="2952328" cy="2592288"/>
          </a:xfrm>
          <a:prstGeom prst="rect">
            <a:avLst/>
          </a:prstGeom>
          <a:solidFill>
            <a:schemeClr val="accent1">
              <a:alpha val="1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 smtClean="0">
                <a:solidFill>
                  <a:schemeClr val="tx1"/>
                </a:solidFill>
              </a:rPr>
              <a:t>동일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4499992" y="4437112"/>
            <a:ext cx="2502278" cy="22322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이미지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0177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980728"/>
            <a:ext cx="4476750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모서리가 둥근 직사각형 4"/>
          <p:cNvSpPr/>
          <p:nvPr/>
        </p:nvSpPr>
        <p:spPr>
          <a:xfrm>
            <a:off x="3141613" y="1262410"/>
            <a:ext cx="638299" cy="216024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b="1" dirty="0" smtClean="0">
                <a:solidFill>
                  <a:schemeClr val="bg1"/>
                </a:solidFill>
              </a:rPr>
              <a:t>이미지등록</a:t>
            </a:r>
            <a:endParaRPr lang="ko-KR" altLang="en-US" sz="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8480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9" y="114300"/>
            <a:ext cx="7416824" cy="29525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939" y="3429000"/>
            <a:ext cx="7416824" cy="29525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모서리가 둥근 직사각형 1"/>
          <p:cNvSpPr/>
          <p:nvPr/>
        </p:nvSpPr>
        <p:spPr>
          <a:xfrm>
            <a:off x="755576" y="4437112"/>
            <a:ext cx="1296144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/>
              <a:t>입찰일</a:t>
            </a:r>
            <a:r>
              <a:rPr lang="ko-KR" altLang="en-US" sz="1100" dirty="0"/>
              <a:t>자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2202026" y="4419876"/>
            <a:ext cx="2730014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/>
              <a:t>사건번호</a:t>
            </a:r>
            <a:endParaRPr lang="ko-KR" altLang="en-US" sz="1100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5082688" y="4437112"/>
            <a:ext cx="1296144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/>
              <a:t>등록일자</a:t>
            </a:r>
            <a:endParaRPr lang="ko-KR" altLang="en-US" sz="1100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755576" y="4782913"/>
            <a:ext cx="1296144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/>
              <a:t>법원</a:t>
            </a:r>
            <a:endParaRPr lang="ko-KR" altLang="en-US" sz="1100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2195736" y="4782913"/>
            <a:ext cx="1296144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/>
              <a:t>상태</a:t>
            </a:r>
            <a:endParaRPr lang="ko-KR" altLang="en-US" sz="1100" dirty="0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3635896" y="4782913"/>
            <a:ext cx="1296144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/>
              <a:t>회원</a:t>
            </a:r>
            <a:endParaRPr lang="ko-KR" altLang="en-US" sz="1100" dirty="0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5076056" y="4797152"/>
            <a:ext cx="1296144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/>
              <a:t>입찰담당자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679551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764704"/>
            <a:ext cx="5588545" cy="5602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모서리가 둥근 직사각형 1"/>
          <p:cNvSpPr/>
          <p:nvPr/>
        </p:nvSpPr>
        <p:spPr>
          <a:xfrm>
            <a:off x="5041007" y="908720"/>
            <a:ext cx="576064" cy="2160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/>
              <a:t>인쇄</a:t>
            </a:r>
            <a:endParaRPr lang="ko-KR" altLang="en-US" sz="900" dirty="0"/>
          </a:p>
        </p:txBody>
      </p:sp>
      <p:sp>
        <p:nvSpPr>
          <p:cNvPr id="5" name="모서리가 둥근 직사각형 4"/>
          <p:cNvSpPr/>
          <p:nvPr/>
        </p:nvSpPr>
        <p:spPr>
          <a:xfrm>
            <a:off x="5689079" y="908720"/>
            <a:ext cx="576064" cy="2160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/>
              <a:t>복사</a:t>
            </a:r>
            <a:endParaRPr lang="ko-KR" altLang="en-US" sz="900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3569270" y="908720"/>
            <a:ext cx="858714" cy="2160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smtClean="0"/>
              <a:t>이미지등록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679551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620689"/>
            <a:ext cx="7920880" cy="3269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4932040" y="980728"/>
            <a:ext cx="216024" cy="14401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551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549775" y="-404813"/>
            <a:ext cx="18243550" cy="7669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5580112" y="692695"/>
            <a:ext cx="252028" cy="65717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5674775" y="548681"/>
            <a:ext cx="8018999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551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4704"/>
            <a:ext cx="8137563" cy="3649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971600" y="1052736"/>
            <a:ext cx="3600400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모서리가 둥근 사각형 설명선 4"/>
          <p:cNvSpPr/>
          <p:nvPr/>
        </p:nvSpPr>
        <p:spPr>
          <a:xfrm>
            <a:off x="6084168" y="332656"/>
            <a:ext cx="504056" cy="360040"/>
          </a:xfrm>
          <a:prstGeom prst="wedgeRoundRectCallout">
            <a:avLst>
              <a:gd name="adj1" fmla="val -95580"/>
              <a:gd name="adj2" fmla="val 23181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smtClean="0"/>
              <a:t>삭제</a:t>
            </a:r>
            <a:endParaRPr lang="ko-KR" altLang="en-US" sz="1050"/>
          </a:p>
        </p:txBody>
      </p:sp>
      <p:sp>
        <p:nvSpPr>
          <p:cNvPr id="7" name="모서리가 둥근 사각형 설명선 6"/>
          <p:cNvSpPr/>
          <p:nvPr/>
        </p:nvSpPr>
        <p:spPr>
          <a:xfrm>
            <a:off x="5764324" y="1844824"/>
            <a:ext cx="1143744" cy="360040"/>
          </a:xfrm>
          <a:prstGeom prst="wedgeRoundRectCallout">
            <a:avLst>
              <a:gd name="adj1" fmla="val -89857"/>
              <a:gd name="adj2" fmla="val -7506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/>
              <a:t>작업</a:t>
            </a:r>
            <a:r>
              <a:rPr lang="en-US" altLang="ko-KR" sz="1050" dirty="0" smtClean="0"/>
              <a:t>ID</a:t>
            </a:r>
            <a:r>
              <a:rPr lang="ko-KR" altLang="en-US" sz="1050" dirty="0" smtClean="0"/>
              <a:t>를  제목자리로 이동</a:t>
            </a:r>
            <a:endParaRPr lang="ko-KR" altLang="en-US" sz="1050" dirty="0"/>
          </a:p>
        </p:txBody>
      </p:sp>
      <p:sp>
        <p:nvSpPr>
          <p:cNvPr id="9" name="모서리가 둥근 사각형 설명선 8"/>
          <p:cNvSpPr/>
          <p:nvPr/>
        </p:nvSpPr>
        <p:spPr>
          <a:xfrm>
            <a:off x="7380312" y="1772816"/>
            <a:ext cx="1143744" cy="1152128"/>
          </a:xfrm>
          <a:prstGeom prst="wedgeRoundRectCallout">
            <a:avLst>
              <a:gd name="adj1" fmla="val -8577"/>
              <a:gd name="adj2" fmla="val -9557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/>
              <a:t>인쇄</a:t>
            </a:r>
            <a:r>
              <a:rPr lang="en-US" altLang="ko-KR" sz="1050" dirty="0" smtClean="0"/>
              <a:t>, </a:t>
            </a:r>
            <a:r>
              <a:rPr lang="ko-KR" altLang="en-US" sz="1050" dirty="0" smtClean="0"/>
              <a:t>복사 버튼 왼쪽으로 이동 아래 등록화면 버튼과 동일 세로 선에서 시작</a:t>
            </a:r>
            <a:endParaRPr lang="ko-KR" altLang="en-US" sz="1050" dirty="0"/>
          </a:p>
        </p:txBody>
      </p:sp>
      <p:sp>
        <p:nvSpPr>
          <p:cNvPr id="10" name="모서리가 둥근 사각형 설명선 9"/>
          <p:cNvSpPr/>
          <p:nvPr/>
        </p:nvSpPr>
        <p:spPr>
          <a:xfrm>
            <a:off x="3131840" y="2164708"/>
            <a:ext cx="2232248" cy="904252"/>
          </a:xfrm>
          <a:prstGeom prst="wedgeRoundRectCallout">
            <a:avLst>
              <a:gd name="adj1" fmla="val -49598"/>
              <a:gd name="adj2" fmla="val -14706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/>
              <a:t>입찰목록 박스를 오른쪽 상세 탭의 아래선과 맞춤</a:t>
            </a:r>
            <a:r>
              <a:rPr lang="en-US" altLang="ko-KR" sz="1050" dirty="0" smtClean="0"/>
              <a:t>, </a:t>
            </a:r>
            <a:r>
              <a:rPr lang="ko-KR" altLang="en-US" sz="1050" dirty="0" smtClean="0"/>
              <a:t>제목과 버튼은 가운데 정렬 크기조정</a:t>
            </a:r>
            <a:r>
              <a:rPr lang="en-US" altLang="ko-KR" sz="1050" dirty="0" smtClean="0"/>
              <a:t>(</a:t>
            </a:r>
            <a:r>
              <a:rPr lang="ko-KR" altLang="en-US" sz="1050" dirty="0" err="1" smtClean="0"/>
              <a:t>필요시</a:t>
            </a:r>
            <a:r>
              <a:rPr lang="en-US" altLang="ko-KR" sz="1050" dirty="0" smtClean="0"/>
              <a:t>)</a:t>
            </a:r>
            <a:endParaRPr lang="ko-KR" altLang="en-US" sz="1050" dirty="0"/>
          </a:p>
        </p:txBody>
      </p:sp>
      <p:sp>
        <p:nvSpPr>
          <p:cNvPr id="11" name="모서리가 둥근 사각형 설명선 10"/>
          <p:cNvSpPr/>
          <p:nvPr/>
        </p:nvSpPr>
        <p:spPr>
          <a:xfrm>
            <a:off x="1115616" y="3068960"/>
            <a:ext cx="2232248" cy="904252"/>
          </a:xfrm>
          <a:prstGeom prst="wedgeRoundRectCallout">
            <a:avLst>
              <a:gd name="adj1" fmla="val -26044"/>
              <a:gd name="adj2" fmla="val -18835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/>
              <a:t>나머지 조회 박스를 위로 이동시켜</a:t>
            </a:r>
            <a:r>
              <a:rPr lang="en-US" altLang="ko-KR" sz="1050" dirty="0" smtClean="0"/>
              <a:t> </a:t>
            </a:r>
            <a:r>
              <a:rPr lang="ko-KR" altLang="en-US" sz="1050" dirty="0" smtClean="0"/>
              <a:t>오른쪽 상세박스의 제목 하단선과 동일하게 맞춘다</a:t>
            </a:r>
            <a:endParaRPr lang="ko-KR" altLang="en-US" sz="1050" dirty="0"/>
          </a:p>
        </p:txBody>
      </p:sp>
      <p:sp>
        <p:nvSpPr>
          <p:cNvPr id="12" name="직사각형 11"/>
          <p:cNvSpPr/>
          <p:nvPr/>
        </p:nvSpPr>
        <p:spPr>
          <a:xfrm>
            <a:off x="971600" y="1272600"/>
            <a:ext cx="3600400" cy="2841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4579620" y="1052736"/>
            <a:ext cx="3600400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4572000" y="1264980"/>
            <a:ext cx="3600400" cy="2918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0183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4704"/>
            <a:ext cx="8137563" cy="3649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971600" y="1052736"/>
            <a:ext cx="3600400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9124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452" y="332656"/>
            <a:ext cx="8051095" cy="3393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직사각형 7"/>
          <p:cNvSpPr/>
          <p:nvPr/>
        </p:nvSpPr>
        <p:spPr>
          <a:xfrm>
            <a:off x="5097488" y="602456"/>
            <a:ext cx="3508350" cy="2152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1559025" y="602456"/>
            <a:ext cx="3508350" cy="2152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8355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9552" y="467380"/>
            <a:ext cx="2160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등급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이름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클래스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전화번호</a:t>
            </a:r>
            <a:r>
              <a:rPr lang="en-US" altLang="ko-KR" sz="1200" dirty="0" smtClean="0"/>
              <a:t> </a:t>
            </a:r>
            <a:endParaRPr lang="ko-KR" altLang="en-US" sz="1200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4283968" y="467380"/>
            <a:ext cx="1656184" cy="293306"/>
          </a:xfrm>
          <a:prstGeom prst="round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role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40274" y="475534"/>
            <a:ext cx="576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등급</a:t>
            </a:r>
            <a:endParaRPr lang="ko-KR" altLang="en-US" sz="1200" dirty="0"/>
          </a:p>
        </p:txBody>
      </p:sp>
      <p:sp>
        <p:nvSpPr>
          <p:cNvPr id="8" name="직사각형 7"/>
          <p:cNvSpPr/>
          <p:nvPr/>
        </p:nvSpPr>
        <p:spPr>
          <a:xfrm>
            <a:off x="3275856" y="260648"/>
            <a:ext cx="5184576" cy="59766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8"/>
          <p:cNvSpPr/>
          <p:nvPr/>
        </p:nvSpPr>
        <p:spPr>
          <a:xfrm>
            <a:off x="4283968" y="836712"/>
            <a:ext cx="1656184" cy="293306"/>
          </a:xfrm>
          <a:prstGeom prst="round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name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40274" y="844866"/>
            <a:ext cx="576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이름</a:t>
            </a:r>
            <a:endParaRPr lang="ko-KR" altLang="en-US" sz="1200" dirty="0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4283968" y="1179306"/>
            <a:ext cx="1656184" cy="293306"/>
          </a:xfrm>
          <a:prstGeom prst="round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 smtClean="0">
                <a:solidFill>
                  <a:schemeClr val="tx1"/>
                </a:solidFill>
              </a:rPr>
              <a:t>Class_name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40274" y="1187460"/>
            <a:ext cx="7436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/>
              <a:t>클래</a:t>
            </a:r>
            <a:r>
              <a:rPr lang="ko-KR" altLang="en-US" sz="1200"/>
              <a:t>스</a:t>
            </a:r>
            <a:endParaRPr lang="ko-KR" altLang="en-US" sz="1200" dirty="0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4283968" y="1548638"/>
            <a:ext cx="1656184" cy="293306"/>
          </a:xfrm>
          <a:prstGeom prst="round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40274" y="1556792"/>
            <a:ext cx="576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이름</a:t>
            </a:r>
            <a:endParaRPr lang="ko-KR" altLang="en-US" sz="1200" dirty="0"/>
          </a:p>
        </p:txBody>
      </p:sp>
      <p:sp>
        <p:nvSpPr>
          <p:cNvPr id="15" name="모서리가 둥근 직사각형 14"/>
          <p:cNvSpPr/>
          <p:nvPr/>
        </p:nvSpPr>
        <p:spPr>
          <a:xfrm>
            <a:off x="4307979" y="1882569"/>
            <a:ext cx="1656184" cy="293306"/>
          </a:xfrm>
          <a:prstGeom prst="round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64285" y="1890723"/>
            <a:ext cx="576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등급</a:t>
            </a:r>
            <a:endParaRPr lang="ko-KR" altLang="en-US" sz="1200" dirty="0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4307979" y="2251901"/>
            <a:ext cx="1656184" cy="293306"/>
          </a:xfrm>
          <a:prstGeom prst="round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64285" y="2260055"/>
            <a:ext cx="576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이름</a:t>
            </a:r>
            <a:endParaRPr lang="ko-KR" altLang="en-US" sz="1200" dirty="0"/>
          </a:p>
        </p:txBody>
      </p:sp>
      <p:sp>
        <p:nvSpPr>
          <p:cNvPr id="19" name="모서리가 둥근 직사각형 18"/>
          <p:cNvSpPr/>
          <p:nvPr/>
        </p:nvSpPr>
        <p:spPr>
          <a:xfrm>
            <a:off x="4307979" y="2594495"/>
            <a:ext cx="1656184" cy="293306"/>
          </a:xfrm>
          <a:prstGeom prst="round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64285" y="2602649"/>
            <a:ext cx="576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등급</a:t>
            </a:r>
            <a:endParaRPr lang="ko-KR" altLang="en-US" sz="1200" dirty="0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4307979" y="2963827"/>
            <a:ext cx="1656184" cy="293306"/>
          </a:xfrm>
          <a:prstGeom prst="round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564285" y="2971981"/>
            <a:ext cx="576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이름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950021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76672"/>
            <a:ext cx="7324378" cy="517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2123728" y="836712"/>
            <a:ext cx="5724872" cy="481600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3270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404664"/>
            <a:ext cx="4980037" cy="475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6558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2238" y="1062038"/>
            <a:ext cx="3819525" cy="473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0613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38513" y="-133350"/>
            <a:ext cx="15822613" cy="7126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70659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43263" y="833438"/>
            <a:ext cx="15632113" cy="5191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8239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33738" y="293688"/>
            <a:ext cx="15613063" cy="6269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82390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90888" y="307975"/>
            <a:ext cx="15727363" cy="624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82390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9563" y="260350"/>
            <a:ext cx="5983287" cy="6335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3707904" y="915027"/>
            <a:ext cx="720080" cy="28803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2207083" y="3501008"/>
            <a:ext cx="720080" cy="28803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2359483" y="4653136"/>
            <a:ext cx="720080" cy="28803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2390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75" y="1614488"/>
            <a:ext cx="8755063" cy="3629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6012160" y="3933056"/>
            <a:ext cx="2304256" cy="50405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2390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38" y="1304925"/>
            <a:ext cx="8821737" cy="424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6012160" y="4221088"/>
            <a:ext cx="2304256" cy="50405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322" y="3939936"/>
            <a:ext cx="3609975" cy="981075"/>
          </a:xfrm>
          <a:prstGeom prst="rect">
            <a:avLst/>
          </a:prstGeom>
          <a:noFill/>
          <a:ln w="762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모서리가 둥근 사각형 설명선 4"/>
          <p:cNvSpPr/>
          <p:nvPr/>
        </p:nvSpPr>
        <p:spPr>
          <a:xfrm>
            <a:off x="4067944" y="5373216"/>
            <a:ext cx="2917118" cy="877615"/>
          </a:xfrm>
          <a:prstGeom prst="wedgeRoundRectCallout">
            <a:avLst>
              <a:gd name="adj1" fmla="val -40942"/>
              <a:gd name="adj2" fmla="val -122292"/>
              <a:gd name="adj3" fmla="val 16667"/>
            </a:avLst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2"/>
                </a:solidFill>
              </a:rPr>
              <a:t>대표님이 드린 </a:t>
            </a:r>
            <a:r>
              <a:rPr lang="ko-KR" altLang="en-US" b="1" dirty="0" smtClean="0">
                <a:solidFill>
                  <a:schemeClr val="tx2"/>
                </a:solidFill>
              </a:rPr>
              <a:t>입찰가 </a:t>
            </a:r>
            <a:r>
              <a:rPr lang="en-US" altLang="ko-KR" b="1" dirty="0" smtClean="0">
                <a:solidFill>
                  <a:schemeClr val="tx2"/>
                </a:solidFill>
              </a:rPr>
              <a:t>!!!</a:t>
            </a:r>
            <a:endParaRPr lang="ko-KR" altLang="en-US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2390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6238" y="1295400"/>
            <a:ext cx="5849937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5220072" y="2420888"/>
            <a:ext cx="792088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2390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124744"/>
            <a:ext cx="6727636" cy="3198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67544" y="5304750"/>
            <a:ext cx="108012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/>
              <a:t>제외 </a:t>
            </a:r>
            <a:endParaRPr lang="en-US" altLang="ko-KR" sz="1000" dirty="0" smtClean="0"/>
          </a:p>
          <a:p>
            <a:r>
              <a:rPr lang="ko-KR" altLang="en-US" sz="1000" dirty="0" err="1" smtClean="0"/>
              <a:t>선순위임차권</a:t>
            </a:r>
            <a:endParaRPr lang="en-US" altLang="ko-KR" sz="1000" dirty="0" smtClean="0"/>
          </a:p>
          <a:p>
            <a:r>
              <a:rPr lang="en-US" altLang="ko-KR" sz="1000" dirty="0" smtClean="0"/>
              <a:t>/</a:t>
            </a:r>
            <a:r>
              <a:rPr lang="ko-KR" altLang="en-US" sz="1000" dirty="0" smtClean="0"/>
              <a:t>대항력</a:t>
            </a:r>
            <a:endParaRPr lang="en-US" altLang="ko-KR" sz="1000" dirty="0" smtClean="0"/>
          </a:p>
          <a:p>
            <a:r>
              <a:rPr lang="ko-KR" altLang="en-US" sz="1000" dirty="0" err="1" smtClean="0"/>
              <a:t>선순위전세권</a:t>
            </a:r>
            <a:endParaRPr lang="en-US" altLang="ko-KR" sz="1000" dirty="0" smtClean="0"/>
          </a:p>
          <a:p>
            <a:endParaRPr lang="ko-KR" altLang="en-US" sz="10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4825075"/>
            <a:ext cx="7207721" cy="959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82390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32656"/>
            <a:ext cx="6507138" cy="2838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9166" y="188640"/>
            <a:ext cx="2009775" cy="481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716016" y="3501008"/>
            <a:ext cx="2016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맹지</a:t>
            </a:r>
            <a:r>
              <a:rPr lang="en-US" altLang="ko-KR" dirty="0" smtClean="0"/>
              <a:t>~</a:t>
            </a:r>
            <a:r>
              <a:rPr lang="ko-KR" altLang="en-US" dirty="0" err="1" smtClean="0"/>
              <a:t>선순위</a:t>
            </a:r>
            <a:r>
              <a:rPr lang="ko-KR" altLang="en-US" dirty="0" smtClean="0"/>
              <a:t> 가처분 제외</a:t>
            </a:r>
            <a:endParaRPr lang="ko-KR" altLang="en-US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0472" y="150539"/>
            <a:ext cx="1952625" cy="488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8756873" y="5301208"/>
            <a:ext cx="2016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예고등기</a:t>
            </a:r>
            <a:r>
              <a:rPr lang="en-US" altLang="ko-KR" dirty="0" smtClean="0"/>
              <a:t>~</a:t>
            </a:r>
            <a:r>
              <a:rPr lang="ko-KR" altLang="en-US" dirty="0" smtClean="0"/>
              <a:t>지분입찰 제외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8958941" y="260648"/>
            <a:ext cx="1814156" cy="158417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06316" y="1988840"/>
            <a:ext cx="1814156" cy="28083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239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3477</TotalTime>
  <Words>102</Words>
  <Application>Microsoft Office PowerPoint</Application>
  <PresentationFormat>화면 슬라이드 쇼(4:3)</PresentationFormat>
  <Paragraphs>44</Paragraphs>
  <Slides>23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4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원데이클래스</dc:title>
  <dc:creator>user</dc:creator>
  <cp:lastModifiedBy>MJ경매-이쁜언니</cp:lastModifiedBy>
  <cp:revision>298</cp:revision>
  <cp:lastPrinted>2025-12-17T03:28:40Z</cp:lastPrinted>
  <dcterms:created xsi:type="dcterms:W3CDTF">2022-04-17T01:34:20Z</dcterms:created>
  <dcterms:modified xsi:type="dcterms:W3CDTF">2026-03-19T08:18:52Z</dcterms:modified>
</cp:coreProperties>
</file>