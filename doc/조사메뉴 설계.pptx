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1" r:id="rId3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 varScale="1">
        <p:scale>
          <a:sx n="92" d="100"/>
          <a:sy n="92" d="100"/>
        </p:scale>
        <p:origin x="-169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59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7331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95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01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8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77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05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8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79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93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98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88A6C-3786-4323-9D2A-1673170D2C5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7A962-6038-4A8A-BDEE-C41BCCD34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3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24744"/>
            <a:ext cx="6727636" cy="3198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5304750"/>
            <a:ext cx="10801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제외 </a:t>
            </a:r>
            <a:endParaRPr lang="en-US" altLang="ko-KR" sz="1000" dirty="0" smtClean="0"/>
          </a:p>
          <a:p>
            <a:r>
              <a:rPr lang="ko-KR" altLang="en-US" sz="1000" dirty="0" err="1" smtClean="0"/>
              <a:t>선순위임차권</a:t>
            </a:r>
            <a:endParaRPr lang="en-US" altLang="ko-KR" sz="1000" dirty="0" smtClean="0"/>
          </a:p>
          <a:p>
            <a:r>
              <a:rPr lang="en-US" altLang="ko-KR" sz="1000" dirty="0" smtClean="0"/>
              <a:t>/</a:t>
            </a:r>
            <a:r>
              <a:rPr lang="ko-KR" altLang="en-US" sz="1000" dirty="0" smtClean="0"/>
              <a:t>대항력</a:t>
            </a:r>
            <a:endParaRPr lang="en-US" altLang="ko-KR" sz="1000" dirty="0" smtClean="0"/>
          </a:p>
          <a:p>
            <a:r>
              <a:rPr lang="ko-KR" altLang="en-US" sz="1000" dirty="0" err="1" smtClean="0"/>
              <a:t>선순위전세권</a:t>
            </a:r>
            <a:endParaRPr lang="en-US" altLang="ko-KR" sz="1000" dirty="0" smtClean="0"/>
          </a:p>
          <a:p>
            <a:endParaRPr lang="ko-KR" altLang="en-US" sz="1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825075"/>
            <a:ext cx="7207721" cy="959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239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2656"/>
            <a:ext cx="6507138" cy="2838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166" y="188640"/>
            <a:ext cx="2009775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716016" y="3501008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맹지</a:t>
            </a:r>
            <a:r>
              <a:rPr lang="en-US" altLang="ko-KR" dirty="0" smtClean="0"/>
              <a:t>~</a:t>
            </a:r>
            <a:r>
              <a:rPr lang="ko-KR" altLang="en-US" dirty="0" err="1" smtClean="0"/>
              <a:t>선순위</a:t>
            </a:r>
            <a:r>
              <a:rPr lang="ko-KR" altLang="en-US" dirty="0" smtClean="0"/>
              <a:t> 가처분 제외</a:t>
            </a:r>
            <a:endParaRPr lang="ko-KR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472" y="150539"/>
            <a:ext cx="1952625" cy="488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756873" y="5301208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예고등기</a:t>
            </a:r>
            <a:r>
              <a:rPr lang="en-US" altLang="ko-KR" dirty="0" smtClean="0"/>
              <a:t>~</a:t>
            </a:r>
            <a:r>
              <a:rPr lang="ko-KR" altLang="en-US" dirty="0" smtClean="0"/>
              <a:t>지분입찰 제외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820472" y="276672"/>
            <a:ext cx="1814156" cy="15841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06316" y="1988840"/>
            <a:ext cx="1814156" cy="28083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239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3575</TotalTime>
  <Words>14</Words>
  <Application>Microsoft Office PowerPoint</Application>
  <PresentationFormat>화면 슬라이드 쇼(4:3)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원데이클래스</dc:title>
  <dc:creator>user</dc:creator>
  <cp:lastModifiedBy>MJ경매-이쁜언니</cp:lastModifiedBy>
  <cp:revision>301</cp:revision>
  <cp:lastPrinted>2025-12-17T03:28:40Z</cp:lastPrinted>
  <dcterms:created xsi:type="dcterms:W3CDTF">2022-04-17T01:34:20Z</dcterms:created>
  <dcterms:modified xsi:type="dcterms:W3CDTF">2026-03-30T08:31:45Z</dcterms:modified>
</cp:coreProperties>
</file>