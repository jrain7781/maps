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0" r:id="rId3"/>
    <p:sldId id="272" r:id="rId4"/>
    <p:sldId id="273" r:id="rId5"/>
    <p:sldId id="276" r:id="rId6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>
      <p:cViewPr>
        <p:scale>
          <a:sx n="75" d="100"/>
          <a:sy n="75" d="100"/>
        </p:scale>
        <p:origin x="-1110" y="-462"/>
      </p:cViewPr>
      <p:guideLst>
        <p:guide orient="horz" pos="39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9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73310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954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001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82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778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3057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81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7792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93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982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888A6C-3786-4323-9D2A-1673170D2C55}" type="datetimeFigureOut">
              <a:rPr lang="ko-KR" altLang="en-US" smtClean="0"/>
              <a:t>2026-02-09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7A962-6038-4A8A-BDEE-C41BCCD3434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137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611560" y="1772816"/>
            <a:ext cx="3924436" cy="43204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1560" y="116632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회원관리 화면 구조도</a:t>
            </a:r>
            <a:endParaRPr lang="ko-KR" altLang="en-US" dirty="0"/>
          </a:p>
        </p:txBody>
      </p:sp>
      <p:sp>
        <p:nvSpPr>
          <p:cNvPr id="43" name="직사각형 42"/>
          <p:cNvSpPr/>
          <p:nvPr/>
        </p:nvSpPr>
        <p:spPr>
          <a:xfrm>
            <a:off x="611560" y="620688"/>
            <a:ext cx="3924436" cy="11521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4535996" y="620688"/>
            <a:ext cx="3924436" cy="54726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/>
          <p:cNvSpPr txBox="1"/>
          <p:nvPr/>
        </p:nvSpPr>
        <p:spPr>
          <a:xfrm>
            <a:off x="899592" y="1012086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조회 항목 영역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899592" y="3451518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mtClean="0"/>
              <a:t>조회 리스트 영역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5076056" y="327667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상세화면 영역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4008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098594" y="83671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구분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430742" y="836712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098594" y="13407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이름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430742" y="1340768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98594" y="1844824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전화번호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430742" y="1844824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1098594" y="234888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430742" y="2348880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1098594" y="2852936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430742" y="2852936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098594" y="335699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430742" y="3356992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987026" y="83671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수업구분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319174" y="836712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987026" y="13407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수업이름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6319174" y="1340768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4987026" y="1844824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지역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6319174" y="1844824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934798" y="2348880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934798" y="2852936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934798" y="3356992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003546" y="238094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주</a:t>
            </a:r>
            <a:r>
              <a:rPr lang="ko-KR" altLang="en-US" sz="1200" dirty="0">
                <a:solidFill>
                  <a:schemeClr val="tx1"/>
                </a:solidFill>
              </a:rPr>
              <a:t>소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6335694" y="2374280"/>
            <a:ext cx="1656184" cy="3346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5003546" y="306329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계좌번호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6335694" y="2852936"/>
            <a:ext cx="504056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6917910" y="2852936"/>
            <a:ext cx="107396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6335694" y="3356992"/>
            <a:ext cx="167468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98594" y="4595440"/>
            <a:ext cx="2988332" cy="2016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098594" y="422108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회원 비고</a:t>
            </a:r>
            <a:r>
              <a:rPr lang="en-US" altLang="ko-KR" sz="1200" dirty="0" smtClean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051618" y="4595440"/>
            <a:ext cx="2988332" cy="2016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051618" y="422108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smtClean="0">
                <a:solidFill>
                  <a:schemeClr val="tx1"/>
                </a:solidFill>
              </a:rPr>
              <a:t>Class </a:t>
            </a:r>
            <a:r>
              <a:rPr lang="ko-KR" altLang="en-US" sz="1200" dirty="0" smtClean="0">
                <a:solidFill>
                  <a:schemeClr val="tx1"/>
                </a:solidFill>
              </a:rPr>
              <a:t>비고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11560" y="620688"/>
            <a:ext cx="7848872" cy="6120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1560" y="116632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회원관리 상세화면</a:t>
            </a:r>
            <a:endParaRPr lang="ko-KR" altLang="en-US" dirty="0"/>
          </a:p>
        </p:txBody>
      </p:sp>
      <p:sp>
        <p:nvSpPr>
          <p:cNvPr id="43" name="모서리가 둥근 직사각형 42"/>
          <p:cNvSpPr/>
          <p:nvPr/>
        </p:nvSpPr>
        <p:spPr>
          <a:xfrm>
            <a:off x="5939650" y="116632"/>
            <a:ext cx="900100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수</a:t>
            </a:r>
            <a:r>
              <a:rPr lang="ko-KR" altLang="en-US" dirty="0"/>
              <a:t>정</a:t>
            </a:r>
          </a:p>
        </p:txBody>
      </p:sp>
      <p:sp>
        <p:nvSpPr>
          <p:cNvPr id="45" name="모서리가 둥근 직사각형 44"/>
          <p:cNvSpPr/>
          <p:nvPr/>
        </p:nvSpPr>
        <p:spPr>
          <a:xfrm>
            <a:off x="6917910" y="116632"/>
            <a:ext cx="900100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삭제</a:t>
            </a:r>
            <a:endParaRPr lang="ko-KR" altLang="en-US" dirty="0"/>
          </a:p>
        </p:txBody>
      </p:sp>
      <p:sp>
        <p:nvSpPr>
          <p:cNvPr id="46" name="모서리가 둥근 직사각형 45"/>
          <p:cNvSpPr/>
          <p:nvPr/>
        </p:nvSpPr>
        <p:spPr>
          <a:xfrm>
            <a:off x="4355976" y="116632"/>
            <a:ext cx="1404156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등록화면</a:t>
            </a:r>
            <a:endParaRPr lang="ko-KR" altLang="en-US" dirty="0"/>
          </a:p>
        </p:txBody>
      </p:sp>
      <p:sp>
        <p:nvSpPr>
          <p:cNvPr id="47" name="직사각형 46"/>
          <p:cNvSpPr/>
          <p:nvPr/>
        </p:nvSpPr>
        <p:spPr>
          <a:xfrm>
            <a:off x="1098594" y="383158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가입일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2425700" y="3831580"/>
            <a:ext cx="1661226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655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611560" y="1772816"/>
            <a:ext cx="3924436" cy="43204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1560" y="116632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수업관리 화면 구조도</a:t>
            </a:r>
            <a:endParaRPr lang="ko-KR" altLang="en-US" dirty="0"/>
          </a:p>
        </p:txBody>
      </p:sp>
      <p:sp>
        <p:nvSpPr>
          <p:cNvPr id="43" name="직사각형 42"/>
          <p:cNvSpPr/>
          <p:nvPr/>
        </p:nvSpPr>
        <p:spPr>
          <a:xfrm>
            <a:off x="611560" y="620688"/>
            <a:ext cx="3924436" cy="11521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4535996" y="620688"/>
            <a:ext cx="3924436" cy="54726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/>
          <p:cNvSpPr txBox="1"/>
          <p:nvPr/>
        </p:nvSpPr>
        <p:spPr>
          <a:xfrm>
            <a:off x="899592" y="1012086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조회 항목 영역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899592" y="3451518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mtClean="0"/>
              <a:t>조회 리스트 영역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5076056" y="327667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상세화면 영역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2019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098594" y="83671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수업구분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430742" y="836712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098594" y="13407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수업이름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430742" y="1340768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98594" y="1844824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수업등급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430742" y="1844824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1098594" y="234888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지역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987026" y="83671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수업요일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319174" y="836712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987026" y="13407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시작시간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6319174" y="1340768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4987026" y="1844824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종료시간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6319174" y="1844824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003546" y="238094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 smtClean="0">
                <a:solidFill>
                  <a:schemeClr val="tx1"/>
                </a:solidFill>
              </a:rPr>
              <a:t>회차</a:t>
            </a:r>
            <a:r>
              <a:rPr lang="en-US" altLang="ko-KR" sz="1200" dirty="0" smtClean="0">
                <a:solidFill>
                  <a:schemeClr val="tx1"/>
                </a:solidFill>
              </a:rPr>
              <a:t>/</a:t>
            </a:r>
            <a:r>
              <a:rPr lang="ko-KR" altLang="en-US" sz="1200" dirty="0" smtClean="0">
                <a:solidFill>
                  <a:schemeClr val="tx1"/>
                </a:solidFill>
              </a:rPr>
              <a:t>최소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6335694" y="2374280"/>
            <a:ext cx="684578" cy="3346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051618" y="3587328"/>
            <a:ext cx="2988332" cy="2016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051618" y="3212976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smtClean="0">
                <a:solidFill>
                  <a:schemeClr val="tx1"/>
                </a:solidFill>
              </a:rPr>
              <a:t>Class </a:t>
            </a:r>
            <a:r>
              <a:rPr lang="ko-KR" altLang="en-US" sz="1200" dirty="0" smtClean="0">
                <a:solidFill>
                  <a:schemeClr val="tx1"/>
                </a:solidFill>
              </a:rPr>
              <a:t>비고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11560" y="620688"/>
            <a:ext cx="7848872" cy="61206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1560" y="116632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수업관리 상세화면</a:t>
            </a:r>
            <a:endParaRPr lang="ko-KR" altLang="en-US" dirty="0"/>
          </a:p>
        </p:txBody>
      </p:sp>
      <p:sp>
        <p:nvSpPr>
          <p:cNvPr id="43" name="모서리가 둥근 직사각형 42"/>
          <p:cNvSpPr/>
          <p:nvPr/>
        </p:nvSpPr>
        <p:spPr>
          <a:xfrm>
            <a:off x="5939650" y="116632"/>
            <a:ext cx="900100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수</a:t>
            </a:r>
            <a:r>
              <a:rPr lang="ko-KR" altLang="en-US" dirty="0"/>
              <a:t>정</a:t>
            </a:r>
          </a:p>
        </p:txBody>
      </p:sp>
      <p:sp>
        <p:nvSpPr>
          <p:cNvPr id="45" name="모서리가 둥근 직사각형 44"/>
          <p:cNvSpPr/>
          <p:nvPr/>
        </p:nvSpPr>
        <p:spPr>
          <a:xfrm>
            <a:off x="6917910" y="116632"/>
            <a:ext cx="900100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삭제</a:t>
            </a:r>
            <a:endParaRPr lang="ko-KR" altLang="en-US" dirty="0"/>
          </a:p>
        </p:txBody>
      </p:sp>
      <p:sp>
        <p:nvSpPr>
          <p:cNvPr id="46" name="모서리가 둥근 직사각형 45"/>
          <p:cNvSpPr/>
          <p:nvPr/>
        </p:nvSpPr>
        <p:spPr>
          <a:xfrm>
            <a:off x="4355976" y="116632"/>
            <a:ext cx="1404156" cy="36933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등록화면</a:t>
            </a:r>
            <a:endParaRPr lang="ko-KR" altLang="en-US" dirty="0"/>
          </a:p>
        </p:txBody>
      </p:sp>
      <p:sp>
        <p:nvSpPr>
          <p:cNvPr id="44" name="직사각형 43"/>
          <p:cNvSpPr/>
          <p:nvPr/>
        </p:nvSpPr>
        <p:spPr>
          <a:xfrm>
            <a:off x="2430742" y="2348880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290780" y="2374280"/>
            <a:ext cx="684578" cy="3346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098594" y="2888940"/>
            <a:ext cx="1332148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smtClean="0">
                <a:solidFill>
                  <a:schemeClr val="tx1"/>
                </a:solidFill>
              </a:rPr>
              <a:t>보장형식</a:t>
            </a:r>
            <a:r>
              <a:rPr lang="en-US" altLang="ko-KR" sz="1200" dirty="0" smtClean="0">
                <a:solidFill>
                  <a:schemeClr val="tx1"/>
                </a:solidFill>
              </a:rPr>
              <a:t>/</a:t>
            </a:r>
            <a:r>
              <a:rPr lang="ko-KR" altLang="en-US" sz="1200" dirty="0" smtClean="0">
                <a:solidFill>
                  <a:schemeClr val="tx1"/>
                </a:solidFill>
              </a:rPr>
              <a:t>상세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2430742" y="2888940"/>
            <a:ext cx="70109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3314700" y="2888940"/>
            <a:ext cx="772226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3544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611560" y="1196752"/>
            <a:ext cx="1962218" cy="619268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1560" y="116632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수업상세</a:t>
            </a:r>
            <a:endParaRPr lang="ko-KR" altLang="en-US" dirty="0"/>
          </a:p>
        </p:txBody>
      </p:sp>
      <p:sp>
        <p:nvSpPr>
          <p:cNvPr id="43" name="직사각형 42"/>
          <p:cNvSpPr/>
          <p:nvPr/>
        </p:nvSpPr>
        <p:spPr>
          <a:xfrm>
            <a:off x="611560" y="620688"/>
            <a:ext cx="7848872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2573778" y="1196752"/>
            <a:ext cx="5886654" cy="619268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/>
          <p:cNvSpPr txBox="1"/>
          <p:nvPr/>
        </p:nvSpPr>
        <p:spPr>
          <a:xfrm>
            <a:off x="3023828" y="724054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수업 상세 조회 항목 영역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80501" y="3256948"/>
            <a:ext cx="3024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수업상세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조회 리스트 영역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2573778" y="2924944"/>
            <a:ext cx="5886654" cy="44644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580052"/>
              </p:ext>
            </p:extLst>
          </p:nvPr>
        </p:nvGraphicFramePr>
        <p:xfrm>
          <a:off x="2735796" y="1700808"/>
          <a:ext cx="5400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60"/>
                <a:gridCol w="540060"/>
                <a:gridCol w="540060"/>
                <a:gridCol w="540060"/>
                <a:gridCol w="540060"/>
                <a:gridCol w="540060"/>
                <a:gridCol w="540060"/>
                <a:gridCol w="540060"/>
                <a:gridCol w="540060"/>
                <a:gridCol w="540060"/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모서리가 둥근 직사각형 3"/>
          <p:cNvSpPr/>
          <p:nvPr/>
        </p:nvSpPr>
        <p:spPr>
          <a:xfrm>
            <a:off x="7202813" y="3072282"/>
            <a:ext cx="864096" cy="3600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회원추가</a:t>
            </a:r>
            <a:endParaRPr lang="ko-KR" altLang="en-US" sz="1200" dirty="0"/>
          </a:p>
        </p:txBody>
      </p:sp>
      <p:sp>
        <p:nvSpPr>
          <p:cNvPr id="13" name="모서리가 둥근 직사각형 12"/>
          <p:cNvSpPr/>
          <p:nvPr/>
        </p:nvSpPr>
        <p:spPr>
          <a:xfrm>
            <a:off x="6804248" y="1268760"/>
            <a:ext cx="1362472" cy="3600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err="1" smtClean="0"/>
              <a:t>다음회차</a:t>
            </a:r>
            <a:r>
              <a:rPr lang="ko-KR" altLang="en-US" sz="1200" dirty="0" smtClean="0"/>
              <a:t> 생성</a:t>
            </a:r>
            <a:endParaRPr lang="ko-KR" altLang="en-US" sz="1200" dirty="0"/>
          </a:p>
        </p:txBody>
      </p:sp>
      <p:sp>
        <p:nvSpPr>
          <p:cNvPr id="14" name="직사각형 13"/>
          <p:cNvSpPr/>
          <p:nvPr/>
        </p:nvSpPr>
        <p:spPr>
          <a:xfrm>
            <a:off x="2573778" y="3623568"/>
            <a:ext cx="5886654" cy="37658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2573778" y="3623568"/>
            <a:ext cx="2142238" cy="37658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23828" y="3072282"/>
            <a:ext cx="2412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회원 조회 항목 영역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045094" y="381950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구분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6377242" y="3819500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5045094" y="4323556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이름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6377242" y="4323556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045094" y="4827612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전화번호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6377242" y="4827612"/>
            <a:ext cx="1656184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045094" y="53316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6377242" y="5331668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045094" y="5835724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6377242" y="5835724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045094" y="6339780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명의</a:t>
            </a: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6377242" y="6339780"/>
            <a:ext cx="360040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6881298" y="5331668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6881298" y="5835724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6881298" y="6339780"/>
            <a:ext cx="115212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5045094" y="6814368"/>
            <a:ext cx="936104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</a:rPr>
              <a:t>가입일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6372200" y="6814368"/>
            <a:ext cx="1661226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61090" y="371271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mtClean="0"/>
              <a:t>회원 리스트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5152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3246</TotalTime>
  <Words>96</Words>
  <Application>Microsoft Office PowerPoint</Application>
  <PresentationFormat>화면 슬라이드 쇼(4:3)</PresentationFormat>
  <Paragraphs>55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원데이클래스</dc:title>
  <dc:creator>user</dc:creator>
  <cp:lastModifiedBy>MJ경매-이쁜언니</cp:lastModifiedBy>
  <cp:revision>302</cp:revision>
  <cp:lastPrinted>2025-12-17T03:28:40Z</cp:lastPrinted>
  <dcterms:created xsi:type="dcterms:W3CDTF">2022-04-17T01:34:20Z</dcterms:created>
  <dcterms:modified xsi:type="dcterms:W3CDTF">2026-02-09T06:50:58Z</dcterms:modified>
</cp:coreProperties>
</file>