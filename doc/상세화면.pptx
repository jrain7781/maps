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0" r:id="rId3"/>
    <p:sldId id="272" r:id="rId4"/>
    <p:sldId id="273" r:id="rId5"/>
    <p:sldId id="276" r:id="rId6"/>
    <p:sldId id="277" r:id="rId7"/>
    <p:sldId id="278" r:id="rId8"/>
  </p:sldIdLst>
  <p:sldSz cx="6858000" cy="9144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>
        <p:scale>
          <a:sx n="150" d="100"/>
          <a:sy n="150" d="100"/>
        </p:scale>
        <p:origin x="-1764" y="2502"/>
      </p:cViewPr>
      <p:guideLst>
        <p:guide orient="horz" pos="521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9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733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20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95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1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8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7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05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4069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1913469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9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3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66186"/>
            <a:ext cx="1543050" cy="780203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66186"/>
            <a:ext cx="4514850" cy="780203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2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88A6C-3786-4323-9D2A-1673170D2C5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3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58670" y="2363755"/>
            <a:ext cx="2943327" cy="5760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58670" y="155509"/>
            <a:ext cx="226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회원관리 화면 구조도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458670" y="827584"/>
            <a:ext cx="2943327" cy="1536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401997" y="827584"/>
            <a:ext cx="2943327" cy="72968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74694" y="1349448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조회 항목 영역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74694" y="4602024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조회 리스트 영역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807042" y="4368893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상세화면 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00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23946" y="111561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823057" y="111561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23946" y="1787691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23057" y="1787691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23946" y="245976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전화번호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823057" y="245976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23946" y="3131840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23057" y="3131840"/>
            <a:ext cx="27003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23946" y="3803915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823057" y="3803915"/>
            <a:ext cx="27003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23946" y="4475989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823057" y="4475989"/>
            <a:ext cx="27003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740270" y="111561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39381" y="111561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740270" y="1787691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39381" y="1787691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740270" y="245976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지역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39381" y="245976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201099" y="3131840"/>
            <a:ext cx="86409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201099" y="3803915"/>
            <a:ext cx="86409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01099" y="4475989"/>
            <a:ext cx="86409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752660" y="3174587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주</a:t>
            </a:r>
            <a:r>
              <a:rPr lang="ko-KR" altLang="en-US" sz="1200" dirty="0">
                <a:solidFill>
                  <a:schemeClr val="tx1"/>
                </a:solidFill>
              </a:rPr>
              <a:t>소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751771" y="3165707"/>
            <a:ext cx="1242138" cy="4461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752660" y="4084390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계좌번호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751771" y="3803915"/>
            <a:ext cx="378042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88433" y="3803915"/>
            <a:ext cx="80547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751771" y="4475989"/>
            <a:ext cx="125601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823946" y="6127253"/>
            <a:ext cx="2241249" cy="26882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23946" y="5628118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회원 비고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788714" y="6127253"/>
            <a:ext cx="2241249" cy="26882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788714" y="5628118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Class </a:t>
            </a:r>
            <a:r>
              <a:rPr lang="ko-KR" altLang="en-US" sz="1200" dirty="0" smtClean="0">
                <a:solidFill>
                  <a:schemeClr val="tx1"/>
                </a:solidFill>
              </a:rPr>
              <a:t>비고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58670" y="827584"/>
            <a:ext cx="5886654" cy="81609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58670" y="155509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회원관리 상세화면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4454738" y="155509"/>
            <a:ext cx="675075" cy="4924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</a:t>
            </a:r>
            <a:r>
              <a:rPr lang="ko-KR" altLang="en-US" dirty="0"/>
              <a:t>정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188433" y="155509"/>
            <a:ext cx="675075" cy="4924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</a:t>
            </a:r>
            <a:endParaRPr lang="ko-KR" altLang="en-US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3266982" y="155509"/>
            <a:ext cx="1053117" cy="4924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등록화면</a:t>
            </a:r>
            <a:endParaRPr lang="ko-KR" altLang="en-US" dirty="0"/>
          </a:p>
        </p:txBody>
      </p:sp>
      <p:sp>
        <p:nvSpPr>
          <p:cNvPr id="47" name="직사각형 46"/>
          <p:cNvSpPr/>
          <p:nvPr/>
        </p:nvSpPr>
        <p:spPr>
          <a:xfrm>
            <a:off x="823946" y="5108774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가입일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819275" y="5108774"/>
            <a:ext cx="124592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55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58670" y="2363755"/>
            <a:ext cx="2943327" cy="5760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58670" y="155509"/>
            <a:ext cx="226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수업관리 화면 구조도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458670" y="827584"/>
            <a:ext cx="2943327" cy="1536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401997" y="827584"/>
            <a:ext cx="2943327" cy="72968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74694" y="1349448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조회 항목 영역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74694" y="4602024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조회 리스트 영역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807042" y="4368893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상세화면 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201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23946" y="111561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823057" y="111561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23946" y="1787691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23057" y="1787691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23946" y="245976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수업등급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823057" y="245976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23946" y="3131840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지역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740270" y="111561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수업요일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39381" y="111561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740270" y="1787691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시작시간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39381" y="1787691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740270" y="245976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종료시간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39381" y="245976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752660" y="3174587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 smtClean="0">
                <a:solidFill>
                  <a:schemeClr val="tx1"/>
                </a:solidFill>
              </a:rPr>
              <a:t>회차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최소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751770" y="3165707"/>
            <a:ext cx="513434" cy="4461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788714" y="4783104"/>
            <a:ext cx="2241249" cy="26882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788714" y="4283968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Class </a:t>
            </a:r>
            <a:r>
              <a:rPr lang="ko-KR" altLang="en-US" sz="1200" dirty="0" smtClean="0">
                <a:solidFill>
                  <a:schemeClr val="tx1"/>
                </a:solidFill>
              </a:rPr>
              <a:t>비고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58670" y="827584"/>
            <a:ext cx="5886654" cy="81609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58670" y="155509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수업관리 상세화면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4454738" y="155509"/>
            <a:ext cx="675075" cy="4924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</a:t>
            </a:r>
            <a:r>
              <a:rPr lang="ko-KR" altLang="en-US" dirty="0"/>
              <a:t>정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188433" y="155509"/>
            <a:ext cx="675075" cy="4924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</a:t>
            </a:r>
            <a:endParaRPr lang="ko-KR" altLang="en-US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3266982" y="155509"/>
            <a:ext cx="1053117" cy="4924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등록화면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1823057" y="3131840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468085" y="3165707"/>
            <a:ext cx="513434" cy="4461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823946" y="3851920"/>
            <a:ext cx="999111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/>
                </a:solidFill>
              </a:rPr>
              <a:t>보장형식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상세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823056" y="3851920"/>
            <a:ext cx="525824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486025" y="3851920"/>
            <a:ext cx="57917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54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58670" y="1595670"/>
            <a:ext cx="1471664" cy="82569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58670" y="155509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수업상세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458670" y="827584"/>
            <a:ext cx="5886654" cy="7680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1930333" y="1595670"/>
            <a:ext cx="4414991" cy="82569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2267871" y="965405"/>
            <a:ext cx="226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수업 상세 조회 항목 영역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0376" y="4342598"/>
            <a:ext cx="226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수업상세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조회 리스트 영역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930333" y="3899926"/>
            <a:ext cx="4414991" cy="59526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580052"/>
              </p:ext>
            </p:extLst>
          </p:nvPr>
        </p:nvGraphicFramePr>
        <p:xfrm>
          <a:off x="2051847" y="2267744"/>
          <a:ext cx="4050450" cy="148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45"/>
                <a:gridCol w="405045"/>
                <a:gridCol w="405045"/>
                <a:gridCol w="405045"/>
                <a:gridCol w="405045"/>
                <a:gridCol w="405045"/>
                <a:gridCol w="405045"/>
                <a:gridCol w="405045"/>
                <a:gridCol w="405045"/>
                <a:gridCol w="405045"/>
              </a:tblGrid>
              <a:tr h="494453"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68580" marR="6858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68580" marR="68580" marT="60960" marB="60960"/>
                </a:tc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5402110" y="4096376"/>
            <a:ext cx="648072" cy="4800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회원추가</a:t>
            </a:r>
            <a:endParaRPr lang="ko-KR" altLang="en-US" sz="12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103186" y="1691680"/>
            <a:ext cx="1021854" cy="4800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 smtClean="0"/>
              <a:t>다음회차</a:t>
            </a:r>
            <a:r>
              <a:rPr lang="ko-KR" altLang="en-US" sz="1200" dirty="0" smtClean="0"/>
              <a:t> 생성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1930333" y="4831424"/>
            <a:ext cx="4414991" cy="5021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930333" y="4831424"/>
            <a:ext cx="1606679" cy="5021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267871" y="4096376"/>
            <a:ext cx="1809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회원 조회 항목 영역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783821" y="5092667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82932" y="5092667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783821" y="5764742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82932" y="5764742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783821" y="643681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전화번호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782932" y="6436816"/>
            <a:ext cx="1242138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783821" y="7108891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782932" y="7108891"/>
            <a:ext cx="27003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783821" y="7780966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782932" y="7780966"/>
            <a:ext cx="27003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83821" y="8453040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782932" y="8453040"/>
            <a:ext cx="27003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160974" y="7108891"/>
            <a:ext cx="86409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160974" y="7780966"/>
            <a:ext cx="86409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160974" y="8453040"/>
            <a:ext cx="864096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783821" y="9085824"/>
            <a:ext cx="702078" cy="48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가입일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779150" y="9085824"/>
            <a:ext cx="1245920" cy="480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45818" y="4950280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회원 리스트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15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48" y="4945234"/>
            <a:ext cx="5607372" cy="3724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96" y="323528"/>
            <a:ext cx="5616624" cy="4276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437112" y="2267744"/>
            <a:ext cx="1437908" cy="284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229200" y="2603500"/>
            <a:ext cx="576064" cy="962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556792" y="5292080"/>
            <a:ext cx="1859508" cy="156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85392" y="6390630"/>
            <a:ext cx="1211560" cy="156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550442" y="7781280"/>
            <a:ext cx="1806550" cy="156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183372" y="7228364"/>
            <a:ext cx="637808" cy="193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48092" y="5826284"/>
            <a:ext cx="1110248" cy="185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168132" y="8478044"/>
            <a:ext cx="691148" cy="193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70860" y="2230120"/>
            <a:ext cx="576064" cy="962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255620" y="2519680"/>
            <a:ext cx="576064" cy="962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255620" y="2786380"/>
            <a:ext cx="798592" cy="201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5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3800475"/>
            <a:ext cx="34956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3576092" y="4549130"/>
            <a:ext cx="1077044" cy="156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94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3495</TotalTime>
  <Words>96</Words>
  <Application>Microsoft Office PowerPoint</Application>
  <PresentationFormat>화면 슬라이드 쇼(4:3)</PresentationFormat>
  <Paragraphs>55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원데이클래스</dc:title>
  <dc:creator>user</dc:creator>
  <cp:lastModifiedBy>ace</cp:lastModifiedBy>
  <cp:revision>306</cp:revision>
  <cp:lastPrinted>2025-12-17T03:28:40Z</cp:lastPrinted>
  <dcterms:created xsi:type="dcterms:W3CDTF">2022-04-17T01:34:20Z</dcterms:created>
  <dcterms:modified xsi:type="dcterms:W3CDTF">2026-04-13T08:30:41Z</dcterms:modified>
</cp:coreProperties>
</file>